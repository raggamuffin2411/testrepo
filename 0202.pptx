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7F6F3-19B7-9CCE-6765-001CAEE93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B8B2BF-C9E6-821A-B799-0786FE883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D1CC47-503A-148A-B034-38C7834F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B4C7E5-F8B3-CFFA-E015-F7187B8B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5A0B39-3734-3232-CE1D-1FB7DA39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2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BB592-5D26-2B9B-E6A2-A39DDB16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FAE3E8-5EA5-5B65-6E79-69CCA9C0E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67D7C3-D7C3-B36A-6805-738852EA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DDCB2-950B-FE80-3025-9EEB07DE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DF3B1-5164-8D25-1F25-C869D4A1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46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CF267-A9E5-FB56-6A41-C4620D21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A3371B-2A95-C494-4236-73C28DC8B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12D8AC-414E-681D-471F-83DE2B02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A0D09-8A18-A9B8-3A6C-E4AA451D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8A5179-B372-F463-66FD-DE01E3DE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64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A636A-78DC-163B-553D-F1890E77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D3843-429C-6EB2-BBDB-0F1AA8913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C9385C-F856-25CB-D073-59B8255FE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7A6440-9A6F-8DC6-3AF9-D4D66603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CAE4F9-6877-7CC1-91F1-5FE6BEA53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37229A-AB4F-F31C-4F14-804E64C7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49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59D19-389A-B6E9-AB1E-1B3330E4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8DCF98-F55F-DCB5-E76A-D177CC4E6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3F73E7-08B3-1C4D-888D-0A8CB0B7D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987815-44CF-67B5-8C36-12531ADD1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44BAF2-6BC3-2B69-33B3-86FD1EEE2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555E28-0A63-C05B-8EED-04E27314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A7987C-A9D3-CF82-2A78-A0EBE63F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F47B4C-B884-6C56-789D-687A4A564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9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6722B-3BA5-8C94-FD73-C23C6F7C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1AB01E-FF6B-0AC1-3111-2437BEBB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3D162F-CC06-3810-9425-B952F532C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059506-8BAD-23CB-AAB7-FE973B5D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6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E29CFE-FAAB-4D19-D90B-0AED650F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835956-51E7-3D85-ACDD-4509E395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120AFD-EF37-CBE1-F460-607C4A15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17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BDF94-5F58-665C-95E5-DC59200F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7F24D1-D781-908B-C440-CF4E6AB5E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4B266B-0CF8-BF8E-3CBA-55E834BFD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E77313-E7FD-A500-12AE-2F7A8E52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24E424-A038-218C-B63C-7138E637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AC6B91-B021-A204-3DF8-37BB3F51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21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93F8F-65BA-4272-CDEC-F4C3417F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1CE3EE-AD21-BC71-F45A-0A7114C39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4FF065-8DB2-2E61-CD14-B85218A4A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EB2FFA-0D9C-B66A-5D0E-C8FD7E31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02F5B8-B2A1-A901-DFA3-D4B2338A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0956DA-01B6-67FD-D278-2E3551C8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62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389C7-F78B-9082-42F9-3F44E7FA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4E9879-65CD-78C2-1ED6-CE02148EA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E364F8-232E-E9E3-B8E1-2DAF35818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A90902-4AF4-BEA2-9C33-A75E8DF6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A256C-1FB9-7166-E9D5-88CF1492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59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2281A6-CB62-C678-4AA6-7EDAA014C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534E33-8E9A-9EF3-FDD4-1C5197B7F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E4B2B3-334B-E3AA-C238-97275837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DB80BF-1DBE-83B6-0B10-CA936C3F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11A54-DB7D-A774-AABC-06DEBC9A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82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E19C25-DE12-4E04-FDCF-1B16BF8D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4091B1-1744-62BB-8213-DE7896235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5DF910-5BD1-2D35-0408-8693626AB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D04E1-E393-48F0-8DEE-73DD40D51B76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F845EB-82D8-1D62-AF2E-E393D72FD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46B8B-3298-6FCE-1A56-8C405EF92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FB36F-6A0E-4C3B-B525-9B43611CE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36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1663E03E-4B54-C8E0-1628-A75C1532E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1014075"/>
            <a:ext cx="10640910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2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C4B0D78F-C65C-524E-D89C-4A23394E6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34" y="980733"/>
            <a:ext cx="10431331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ragga muffin</dc:creator>
  <cp:lastModifiedBy>ragga muffin</cp:lastModifiedBy>
  <cp:revision>3</cp:revision>
  <dcterms:created xsi:type="dcterms:W3CDTF">2026-02-02T01:34:25Z</dcterms:created>
  <dcterms:modified xsi:type="dcterms:W3CDTF">2026-02-06T01:59:32Z</dcterms:modified>
</cp:coreProperties>
</file>